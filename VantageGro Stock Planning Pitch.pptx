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A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4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00" kern="0" dirty="0">
                <a:solidFill>
                  <a:srgbClr val="E6D3A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USE CASE 01 | RETAIL STOCK INSIGHT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0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0" i="0" dirty="0">
                <a:solidFill>
                  <a:srgbClr val="F7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Stock planning for the products and stores that need it most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84988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FC6B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Pvt. Ltd. | Business pitch | Data: 191 transactions, 3 stores, 4 products, Jan to Oct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Where the revenue comes from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5"/>
            <a:ext cx="3380264" cy="177927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6350">
            <a:solidFill>
              <a:srgbClr val="E3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72920"/>
            <a:ext cx="295450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8C7B6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₹424,500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880" y="2489200"/>
            <a:ext cx="295450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Gross revenue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2809240"/>
            <a:ext cx="295450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3,485 units across 191 transactions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789" y="1517015"/>
            <a:ext cx="3380343" cy="177927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6350">
            <a:solidFill>
              <a:srgbClr val="E3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177292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8C7B6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1694" y="2489200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Staples share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1694" y="2809240"/>
            <a:ext cx="29545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₹198,400, the largest of 3 categories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5682" y="1517015"/>
            <a:ext cx="3380343" cy="177927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635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1587" y="1772920"/>
            <a:ext cx="2954589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8C7B6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21%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51587" y="2489200"/>
            <a:ext cx="295458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Beverages share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1587" y="2809240"/>
            <a:ext cx="29545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₹88,550, the smallest category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55346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Meaning: Staples carry the business, so a stock-out there costs the most revenue.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35810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| Stock Planning Pitch |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Store sales: Store_C leads, Store_B trails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1"/>
          <a:ext cx="10556240" cy="202184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City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Gross revenue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Units sold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Avg units per sale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Store_C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Mumbai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₹154,150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1,305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18.6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Store_A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Chennai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₹145,350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1,160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19.7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Store_B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Bengaluru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₹125,000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1,020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16.5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79984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Meaning: Store_B is a hypermarket with 3,400 customers yet sells least, so check its range before adding stock.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41"/>
            <a:ext cx="35797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| Stock Planning Pitch |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Promotions and weekends: smaller effects than expected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5175250" cy="177927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6350">
            <a:solidFill>
              <a:srgbClr val="E3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72920"/>
            <a:ext cx="480334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8C7B6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+15.2%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880" y="2489200"/>
            <a:ext cx="48033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Promo lift in units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880" y="2809241"/>
            <a:ext cx="49161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19.6 vs 17.0 units per sale; p = 0.25, not statistically significant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0775" y="1517016"/>
            <a:ext cx="5175250" cy="177927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6350">
            <a:solidFill>
              <a:srgbClr val="E3DC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1772920"/>
            <a:ext cx="480334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8C7B65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-9.0%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56680" y="2489200"/>
            <a:ext cx="48033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Weekend vs weekday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56680" y="2809241"/>
            <a:ext cx="49161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17.0 vs 18.7 units per sale; p = 0.50, not statistically significant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3553461"/>
            <a:ext cx="11379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By product: promos lift Prod_4 by 81% (12.1 to 21.9 units) but cut Prod_1 by 16%. Promote selectively, not across the board.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35821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| Stock Planning Pitch |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Demand is volatile for every product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3999"/>
          <a:ext cx="10556240" cy="252730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Product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Category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Volatility (CV)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Spike frequency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Risk score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Prod_3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Beverages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0.84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25.0%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1.09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Prod_2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Dairy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0.85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19.0%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1.04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Prod_1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Staples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0.83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16.3%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0.99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Prod_4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Staples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0.83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11.5%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0.94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3053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Meaning: all four CVs exceed 0.8, so sales are hard to predict and buffer stock is needed. Risk score = CV + share of spike sales.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35754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| Stock Planning Pitch |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3A33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Needs immediate attention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3999"/>
          <a:ext cx="10556240" cy="2821940"/>
        </p:xfrm>
        <a:graphic>
          <a:graphicData uri="http://schemas.openxmlformats.org/drawingml/2006/table">
            <a:tbl>
              <a:tblPr/>
              <a:tblGrid>
                <a:gridCol w="2111248"/>
                <a:gridCol w="2111248"/>
                <a:gridCol w="2111248"/>
                <a:gridCol w="2111248"/>
                <a:gridCol w="2111248"/>
              </a:tblGrid>
              <a:tr h="5054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Priority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 and product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Risk score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Safety stock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3EC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Reorder point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1DB"/>
                    </a:solidFill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Store_A | Prod_3 (Beverages)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1.19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15 units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20 units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Store_C | Prod_2 (Dairy)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1.11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22 units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34 units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216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3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Store_B | Prod_3 (Beverages)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1.11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16 units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A33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22 units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14300" marR="114300" marT="114300" marB="114300" anchor="t">
                    <a:lnL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9993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Reorder points are estimates (no inventory table in the data): 7-day lead time, 95% service level.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35823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706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| Stock Planning Pitch |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4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7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Recommended stock-planning actions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20359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E6D3A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397" y="1513839"/>
            <a:ext cx="53975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Raise safety stock on the 3 priority pairs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397" y="1826261"/>
            <a:ext cx="6288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6B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Review reorder weekly, starting with Store_A | Prod_3 at 20 units.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329182"/>
            <a:ext cx="24947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E6D3A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9276" y="2329182"/>
            <a:ext cx="597139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Protect Prod_2 and Prod_3 everywhere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9276" y="2641600"/>
            <a:ext cx="69569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6B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Highest risk scores (1.04 and 1.09); keep Dairy and Beverages shelves full.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144521"/>
            <a:ext cx="24701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E6D3A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6815" y="3144521"/>
            <a:ext cx="55899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Run promotions on Prod_4 only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6815" y="3456939"/>
            <a:ext cx="6512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6B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+81% lift; review Prod_1 promos (-16%) and avoid blanket discounts.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959861"/>
            <a:ext cx="25169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E6D3A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91498" y="3959861"/>
            <a:ext cx="651736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3E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Fix the data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1498" y="4272282"/>
            <a:ext cx="7593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FC6B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Capture opening and closing stock and real lead times to replace these estimates.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35707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C6B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VantageGro Retail | Stock Planning Pitch |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tageGro Stock Planning Pitch">
  <a:themeElements>
    <a:clrScheme name="VantageGro Stock Planning Pitch">
      <a:dk1>
        <a:srgbClr val="3A332B"/>
      </a:dk1>
      <a:lt1>
        <a:srgbClr val="F7F3EC"/>
      </a:lt1>
      <a:dk2>
        <a:srgbClr val="69635B"/>
      </a:dk2>
      <a:lt2>
        <a:srgbClr val="E4E0D9"/>
      </a:lt2>
      <a:accent1>
        <a:srgbClr val="E6D3A8"/>
      </a:accent1>
      <a:accent2>
        <a:srgbClr val="8C7B65"/>
      </a:accent2>
      <a:accent3>
        <a:srgbClr val="7A7064"/>
      </a:accent3>
      <a:accent4>
        <a:srgbClr val="CFC6B8"/>
      </a:accent4>
      <a:accent5>
        <a:srgbClr val="9AA0A6"/>
      </a:accent5>
      <a:accent6>
        <a:srgbClr val="868078"/>
      </a:accent6>
      <a:hlink>
        <a:srgbClr val="0563C1"/>
      </a:hlink>
      <a:folHlink>
        <a:srgbClr val="954F72"/>
      </a:folHlink>
    </a:clrScheme>
    <a:fontScheme name="VantageGro Stock Planning Pitch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VantageGro Stock Planning Pitch</dc:title>
  <dc:subject/>
  <dc:creator/>
  <cp:lastModifiedBy/>
  <cp:revision>1</cp:revision>
  <dcterms:created xsi:type="dcterms:W3CDTF">2026-10-12T06:57:57Z</dcterms:created>
  <dcterms:modified xsi:type="dcterms:W3CDTF">2026-10-12T06:57:57Z</dcterms:modified>
</cp:coreProperties>
</file>